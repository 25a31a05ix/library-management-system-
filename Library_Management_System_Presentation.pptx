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2062" y="717414"/>
            <a:ext cx="5412116" cy="5423171"/>
          </a:xfrm>
        </p:spPr>
        <p:txBody>
          <a:bodyPr/>
          <a:lstStyle/>
          <a:p>
            <a:r>
              <a:rPr b="1" u="sng">
                <a:solidFill>
                  <a:schemeClr val="tx2"/>
                </a:solidFill>
              </a:rPr>
              <a:t>LIBRARY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1025826" y="6126162"/>
            <a:ext cx="2210832" cy="8323833"/>
          </a:xfrm>
        </p:spPr>
        <p:txBody>
          <a:bodyPr/>
          <a:lstStyle/>
          <a:p>
            <a:r>
              <a:rPr dirty="0"/>
              <a:t>Presented By:</a:t>
            </a:r>
          </a:p>
          <a:p>
            <a:r>
              <a:rPr dirty="0"/>
              <a:t>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>
                <a:solidFill>
                  <a:schemeClr val="accent4"/>
                </a:solidFill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The Library Management System is developed using C programming language to manage library records digitally. It helps in adding and displaying books easily.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>
                <a:solidFill>
                  <a:schemeClr val="accent4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This project simplifies library record management using C programming. It reduces manual work and stores book details digitally.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>
                <a:solidFill>
                  <a:schemeClr val="accent4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• Maintain records digitally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• Reduce manual work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• Add and display books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• Easy to use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>
                <a:solidFill>
                  <a:schemeClr val="accent4"/>
                </a:solidFill>
              </a:rP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1. Start program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2. Display menu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3. Read choice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4. Add/display books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5. Exit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>
                <a:solidFill>
                  <a:schemeClr val="accent4"/>
                </a:solidFill>
              </a:rPr>
              <a:t>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Start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Display Menu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Enter Choice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Perform Operation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Stop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053601" y="-140505"/>
            <a:ext cx="8229600" cy="1143000"/>
          </a:xfrm>
        </p:spPr>
        <p:txBody>
          <a:bodyPr/>
          <a:lstStyle/>
          <a:p>
            <a:r>
              <a:rPr b="1" u="sng">
                <a:solidFill>
                  <a:schemeClr val="accent4"/>
                </a:solidFill>
              </a:rPr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74746" y="9320425"/>
            <a:ext cx="8229600" cy="4525963"/>
          </a:xfrm>
        </p:spPr>
        <p:txBody>
          <a:bodyPr/>
          <a:lstStyle/>
          <a:p>
            <a:r>
              <a:t>Paste your program screenshots here.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ED68C3-37E1-85C7-7855-689D6EC43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69369"/>
            <a:ext cx="9144001" cy="63229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>
                <a:solidFill>
                  <a:schemeClr val="accent4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>
                <a:solidFill>
                  <a:schemeClr val="tx2">
                    <a:lumMod val="60000"/>
                    <a:lumOff val="40000"/>
                  </a:schemeClr>
                </a:solidFill>
              </a:rPr>
              <a:t>The Library Management System manages library records efficiently and demonstrates practical implementation of C programming concepts.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LIBRARY MANAGEMENT SYSTEM</vt:lpstr>
      <vt:lpstr>ABSTRACT</vt:lpstr>
      <vt:lpstr>INTRODUCTION</vt:lpstr>
      <vt:lpstr>OBJECTIVES</vt:lpstr>
      <vt:lpstr>ALGORITHM</vt:lpstr>
      <vt:lpstr>FLOWCHART</vt:lpstr>
      <vt:lpstr>RESULT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subject/>
  <dc:creator/>
  <cp:keywords/>
  <dc:description>generated using python-pptx</dc:description>
  <cp:lastModifiedBy>Sai monisha</cp:lastModifiedBy>
  <cp:revision>2</cp:revision>
  <dcterms:created xsi:type="dcterms:W3CDTF">2013-01-27T09:14:16Z</dcterms:created>
  <dcterms:modified xsi:type="dcterms:W3CDTF">2026-05-06T04:33:13Z</dcterms:modified>
  <cp:category/>
</cp:coreProperties>
</file>